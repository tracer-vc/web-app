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Annual recurring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(EUR k)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</c:v>
                </c:pt>
                <c:pt idx="1">
                  <c:v>520</c:v>
                </c:pt>
                <c:pt idx="2">
                  <c:v>800</c:v>
                </c:pt>
                <c:pt idx="3">
                  <c:v>1100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Growth since launch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206240" cy="22402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4754880" y="118872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2026-10-03T09:12:11Z</dcterms:created>
  <dcterms:modified xsi:type="dcterms:W3CDTF">2026-10-03T09:12:11Z</dcterms:modified>
</cp:coreProperties>
</file>